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A9C3037C-BA5D-4FE6-B3A3-6075C4F975B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Sección sin título" id="{C93BFD73-6D45-4A66-8BDC-5358E1CA96B0}">
          <p14:sldIdLst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A39DF-6928-BDFC-8F18-6F24919BC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179EAC-99B4-9799-C65E-F62555882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48C368-F94C-7463-5F5E-85806196A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BF40-8FFD-4341-A69E-68A3713B682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D2DA61-2D7B-A605-C205-327AA4D2C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14A95B-03B8-BDE0-C0B2-25ACB463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2D7C1-0567-4280-B1F7-F6558095B2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900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3BE12-CB34-2CA6-EFD4-45D6F046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50FA61-38A2-3EF0-5A25-029F038E7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4F1441-A662-C22F-F2E7-0584E380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BF40-8FFD-4341-A69E-68A3713B682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BBF98C-E896-3E90-7B0D-EEA25A41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3E3B4A-4813-D919-9015-96EEC33D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2D7C1-0567-4280-B1F7-F6558095B2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704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5FCAE-876D-2DD4-8372-081A76FBF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324518-6348-3441-876A-043F76BA5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EFE81B-A57B-1B31-A1F9-E03EA7BF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BF40-8FFD-4341-A69E-68A3713B682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E14CC7-C882-F7D3-066F-33B7E353A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D3D206-EBC2-2353-311C-370D4D7A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2D7C1-0567-4280-B1F7-F6558095B2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203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8B7DC-0703-FC72-2089-7350315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0F7143-4825-7773-4339-43F7E0D9B5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442FA9-419D-AB40-8904-70A88BA10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8DD702-A02B-E359-BC7F-2C96DBCA5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BF40-8FFD-4341-A69E-68A3713B682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2600E3-401A-65EF-5894-442E9E82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F766BC-017B-02F5-9641-B0184A6B9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2D7C1-0567-4280-B1F7-F6558095B2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539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441DD-1DCD-8E8A-FF86-562A853A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6C0F6D-0DF8-283E-6A4E-25D969B77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9939DD-6AD1-5D1D-3513-CBC606DD8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102E06-9375-BB84-E0DA-19DA246F2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F70BDE9-FD47-5C41-D0B4-51944EF1A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71E4D69-567B-49E0-A004-CC3DC3C0A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BF40-8FFD-4341-A69E-68A3713B682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A89C68-1502-41D3-BC55-064BE555F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E1DD2E7-E22F-E98D-DAE4-A157A9BA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2D7C1-0567-4280-B1F7-F6558095B2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77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8668C-0F5C-F75E-0759-090D658B3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47A7AEE-FCC4-5FF5-3F0A-612E7734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BF40-8FFD-4341-A69E-68A3713B682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FEBBCC-05B7-D34C-1D9C-7E509B99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42B027-E2A1-A322-ED6D-A3BA7527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2D7C1-0567-4280-B1F7-F6558095B2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17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317F366-67FB-E3D7-2C03-B7977AA0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BF40-8FFD-4341-A69E-68A3713B682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CE2553-D7FC-4743-D530-959634498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AF385C-CBD8-C6B0-58F8-A345412E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2D7C1-0567-4280-B1F7-F6558095B2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2540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FC5BE-33D5-857A-5EA9-CE3A91363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85BC63-D125-BA77-D63A-9A88974A6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25F21F-493D-4DFA-45DE-946DE9E04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6E19D4-0481-E746-9B2A-EDACE98A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BF40-8FFD-4341-A69E-68A3713B682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C840EB-95E5-79F0-66DD-59B27922B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704857-1454-438F-63FC-557D8E2B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2D7C1-0567-4280-B1F7-F6558095B2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652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FC7B1-65E1-CCAA-146B-02A70143B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3B90C98-7876-D109-BB7D-E3F051F2D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13DEBC-75CB-1DA9-AA5A-B905FD141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5BBD44-ADF5-5B11-3DFE-BDE87D6A0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BF40-8FFD-4341-A69E-68A3713B682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C0E1F0-1076-5584-9A2B-207CA87A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07C559-D1A4-1337-B20A-F27E3E60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2D7C1-0567-4280-B1F7-F6558095B2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7603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99D03-7FD7-FAAF-CAD5-6BED2D89B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922096-4D4D-2CE9-C3CD-E9B6CEB86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31149B-6432-1C20-BEF3-7EEE8B642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BF40-8FFD-4341-A69E-68A3713B682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3E6CCB-E2D1-CB71-2D07-6007FC54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FD89B3-8857-DE6E-56A9-538DCECE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2D7C1-0567-4280-B1F7-F6558095B2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366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5AA1AC-DF8A-F475-3466-F5DF01797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5C919D-6F9E-167B-079E-84BA2A6D7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674CA9-C7BE-0CFB-B375-E8D36ACF7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1BF40-8FFD-4341-A69E-68A3713B682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1EDE4A-06AF-7116-E5BD-CBA258DBE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A30D24-32E7-6ACA-79D1-2507F091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2D7C1-0567-4280-B1F7-F6558095B2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7078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69CC30-5F6B-4FB0-54FB-1EB1E0F7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7589AE-A5E2-8B2A-7CC1-4281E10AC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0EE2E7-D916-DADD-ED67-074C8B53F2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1BF40-8FFD-4341-A69E-68A3713B682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6ABA5-2150-A878-1572-2B6D84EA3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4A341A-3A3B-A799-13AA-858F907B7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2D7C1-0567-4280-B1F7-F6558095B2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542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5839D21-0507-16C1-60F7-CB53C9E85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4802"/>
            <a:ext cx="12192000" cy="474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7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C64B1AB-36A4-B698-8650-A98392C99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02414" cy="374361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5A7187F-FCA3-2DB0-8291-8F7EEAA7A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6739128" cy="331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28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8DFBF6-EB58-AA38-C54B-FCAFE1ED5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652075"/>
            <a:ext cx="10212225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89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244C2C-9199-066C-9279-2D3CF8956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29" y="2176287"/>
            <a:ext cx="10688542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703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4C5409C-F833-0F4B-BF01-15426710B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811098"/>
            <a:ext cx="11625072" cy="366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6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C3F8A3-2082-96B9-6AA5-3A3AE2CC5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42" y="2347761"/>
            <a:ext cx="6554115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7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754843-4E60-F607-B74E-69B999D99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680" y="2790736"/>
            <a:ext cx="565864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18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7C1781A-B917-43C0-43A4-DFD10DA4B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416" y="2271551"/>
            <a:ext cx="7297168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32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AB3CC8-9061-7926-C15C-C5A4CCB7E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520"/>
            <a:ext cx="7192379" cy="207674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1AB81E8-07DA-0806-1A83-6BB5A83FC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99932"/>
            <a:ext cx="7373379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1DDAC8A-CEF0-0319-BA19-9017D68A8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46" y="780680"/>
            <a:ext cx="9373908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55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C4522-DAFA-D2DE-08FD-CC24D6A8C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Enlace al proyecto de GitHub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CC5F536-2CA7-CB21-5AA1-4158CF402186}"/>
              </a:ext>
            </a:extLst>
          </p:cNvPr>
          <p:cNvSpPr txBox="1"/>
          <p:nvPr/>
        </p:nvSpPr>
        <p:spPr>
          <a:xfrm>
            <a:off x="2663190" y="305052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https://github.com/anthuanY/AYMV-Examen-ISO</a:t>
            </a:r>
          </a:p>
        </p:txBody>
      </p:sp>
    </p:spTree>
    <p:extLst>
      <p:ext uri="{BB962C8B-B14F-4D97-AF65-F5344CB8AC3E}">
        <p14:creationId xmlns:p14="http://schemas.microsoft.com/office/powerpoint/2010/main" val="30055050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14</Words>
  <Application>Microsoft Office PowerPoint</Application>
  <PresentationFormat>Panorámica</PresentationFormat>
  <Paragraphs>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Enlace al proyecto de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Anthuan Ysmael Mosquera Vidal</dc:creator>
  <cp:lastModifiedBy>Anthuan Ysmael Mosquera Vidal</cp:lastModifiedBy>
  <cp:revision>4</cp:revision>
  <dcterms:created xsi:type="dcterms:W3CDTF">2026-05-22T09:24:41Z</dcterms:created>
  <dcterms:modified xsi:type="dcterms:W3CDTF">2026-05-22T10:18:04Z</dcterms:modified>
</cp:coreProperties>
</file>